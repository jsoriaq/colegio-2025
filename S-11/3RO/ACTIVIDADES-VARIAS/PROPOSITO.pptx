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7053263" cy="93091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22921-9BF9-FAB1-9F86-4A2500AD9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31716C-8E65-3DB6-9A8D-BB120AFFF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916E03-18F2-7692-BD2C-5A65FDBC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34ECE8-6773-4B0F-A013-B9ABCE94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420C3-2C69-2C1C-9A67-D6CCFB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27B5E-0E85-0727-A94C-498DB06E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3D710A-4F67-2D29-59B4-980F059D4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7CAA13-D5C5-1700-971A-2AAA2F69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B2DE17-31F4-C1C6-AA3F-F5A97041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6A998-9D96-F46F-68F6-1C944CE0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033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B60A6-E306-6BED-D4DA-6A713909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4D0C17-52D7-252A-0F08-22898FA51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C6DB9C-3292-C856-FAA9-D89D5E20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2213C-5DA1-D367-EE0E-918B21DE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ACEDD-EF7F-A506-4F4B-88372B4A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591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3FA55-E248-C3B5-9429-73EBD188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3CAE1-D9F1-2F77-37B7-5792ED885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2A71A3-FE67-458B-4F34-02E494F48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3792FA-BA6B-70DD-EBD2-BD86B1C20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38C942-C495-488B-FFE8-70A9E60A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66171-2BFA-229B-1133-2073D795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120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7A4D1-BDE9-96C8-565A-1C6DA4532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5E2FDC-52C8-EDF4-DCE4-D8F3A0AF8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84D99F-2AC6-86E7-9A2A-E2FC6B394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7BABCE-8A2D-5C25-710C-845A211C8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823A0C-333D-FFC2-7149-516D943A5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86808E-CD19-B699-F87B-8DB0E90A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DF6572-5CC5-FAA5-B510-44AA7ACF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7C4A6D-6160-020E-5730-E81270EE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30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76128-D3AD-BF72-9DF0-AD86910D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368649-A95D-822B-AAD4-5A22CDFA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6544FB-32D2-5606-CB77-3368262D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DAF569-F888-F169-D5F6-1E3CA68D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890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68576E-3130-CBA8-8968-0B9FD86F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FD7C08B-3E90-617C-AF3D-017CC59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C3BB54-4814-5ADD-FE30-EB6E2597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195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BA75A-154B-9CED-18DC-6F9705ED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9A6C01-EDA4-78BA-762D-4B479A8C3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D85BA3-3DD4-AAE7-E24C-6356A2CCF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D48CB2-1E3C-D543-3B27-318688C0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C89DB2-E8D4-E02D-913A-9BFA5812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0F6448-1E64-D88E-DD5C-EF2BF760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101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A828C-C2A2-DF7E-8A4D-AAA54F56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47F1DC-9294-4708-87E6-089013E84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76798D-7844-C783-B999-D0B7D23DC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D54DEF-0A65-9281-FF0B-FEB22FB3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92CAF1-5586-8F67-41A4-227F4AB8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711B00-1766-A374-6315-AA29E5C5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685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3FCE0-971D-B0C7-58AD-C69ABA6D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0C4CD3-BAD6-61CD-C03D-19477A625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35D9E2-0702-7CF3-BBB7-BA52E86A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5A11C3-088B-B12F-D718-C0A5B35F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844F5-EC67-8678-D375-3B849217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311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CDE9C0-141B-5BD3-B5DE-E4C5A4697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68CC37-848A-A8B0-3762-2F11977BF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591067-DCD5-73B9-391A-FA37DECE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C20C2-6EB4-30A8-6BD4-81FC4778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007292-8618-F943-28E1-3E67CB9A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41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BD6DF1-BDA2-D6DC-634D-B1CB0E8F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D7C5B-47C7-A797-51F3-B9FF0F827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C24FC-241F-9694-2780-4D2E8280A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81616-7A10-43FD-8497-8BFAE6839152}" type="datetimeFigureOut">
              <a:rPr lang="es-ES" smtClean="0"/>
              <a:t>27/05/2024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AED40D-5732-D4F2-0CC1-76E6A1D60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5FD0F7-C8C7-2763-6D88-537907336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8DAB7-7B5D-4F58-B7AA-60FF871A41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73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61715EC-6AB9-86B9-191F-56A3EEB75216}"/>
              </a:ext>
            </a:extLst>
          </p:cNvPr>
          <p:cNvSpPr txBox="1"/>
          <p:nvPr/>
        </p:nvSpPr>
        <p:spPr>
          <a:xfrm>
            <a:off x="282222" y="485423"/>
            <a:ext cx="1175173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PROPÓSITO DE APRENDIZAJE: </a:t>
            </a:r>
            <a:endParaRPr lang="es-ES" sz="5400" dirty="0"/>
          </a:p>
          <a:p>
            <a:r>
              <a:rPr lang="es-ES" sz="5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Arma, ensambla y configura el funcionamiento de circuitos electrónicos básicos y repararlos cuando corresponda utilizando las herramientas e instrumentos adecuados. </a:t>
            </a:r>
            <a:endParaRPr lang="es-ES" sz="5400" dirty="0"/>
          </a:p>
        </p:txBody>
      </p:sp>
    </p:spTree>
    <p:extLst>
      <p:ext uri="{BB962C8B-B14F-4D97-AF65-F5344CB8AC3E}">
        <p14:creationId xmlns:p14="http://schemas.microsoft.com/office/powerpoint/2010/main" val="3422590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61715EC-6AB9-86B9-191F-56A3EEB75216}"/>
              </a:ext>
            </a:extLst>
          </p:cNvPr>
          <p:cNvSpPr txBox="1"/>
          <p:nvPr/>
        </p:nvSpPr>
        <p:spPr>
          <a:xfrm>
            <a:off x="282222" y="485423"/>
            <a:ext cx="11751733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CRITERIO DE EVALUACIÓN: </a:t>
            </a:r>
            <a:endParaRPr lang="es-ES" sz="4800" dirty="0"/>
          </a:p>
          <a:p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Arma y Diseña circuitos electrónicos básicos, aplicando técnicas de manipulación, ensamblaje y configuración en un </a:t>
            </a:r>
            <a:r>
              <a:rPr lang="es-ES" sz="36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protoboar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(Alarma) </a:t>
            </a:r>
            <a:endParaRPr lang="es-ES" sz="3600" dirty="0"/>
          </a:p>
          <a:p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Realiza la puesta en operación del sistema electrónico ensamblado de acuerdo con los requerimientos funcionales. </a:t>
            </a:r>
            <a:endParaRPr lang="es-ES" sz="3600" dirty="0"/>
          </a:p>
          <a:p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Implementa programas en los circuitos electrónicos programables (Arduino Uno R3 - </a:t>
            </a:r>
            <a:r>
              <a:rPr lang="es-ES" sz="36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TinkerCad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</a:t>
            </a:r>
            <a:endParaRPr lang="es-ES" sz="3600" dirty="0"/>
          </a:p>
          <a:p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Actualiza el programa utilizando Arduino Uno u otros de acuerdo al proyecto de sistemas de seguridad básico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556948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61715EC-6AB9-86B9-191F-56A3EEB75216}"/>
              </a:ext>
            </a:extLst>
          </p:cNvPr>
          <p:cNvSpPr txBox="1"/>
          <p:nvPr/>
        </p:nvSpPr>
        <p:spPr>
          <a:xfrm>
            <a:off x="282222" y="383822"/>
            <a:ext cx="1175173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CRITERIO DE EVALUACIÓN: </a:t>
            </a:r>
            <a:endParaRPr lang="es-ES" sz="4800" dirty="0"/>
          </a:p>
          <a:p>
            <a:r>
              <a:rPr lang="es-ES" sz="3200" dirty="0">
                <a:effectLst/>
              </a:rPr>
              <a:t>A-1: Arma, Diseña, Simula y Predice el funcionamiento de los circuitos electrónicos en PCB WIZARD u otros softwares y </a:t>
            </a:r>
            <a:r>
              <a:rPr lang="es-ES" sz="3200" dirty="0" err="1">
                <a:effectLst/>
              </a:rPr>
              <a:t>protoboard</a:t>
            </a:r>
            <a:r>
              <a:rPr lang="es-ES" sz="3200" dirty="0">
                <a:effectLst/>
              </a:rPr>
              <a:t>.</a:t>
            </a:r>
          </a:p>
          <a:p>
            <a:r>
              <a:rPr lang="es-ES" sz="3200" dirty="0">
                <a:effectLst/>
              </a:rPr>
              <a:t>A-2: Instala los componentes eléctricos y electrónicos utilizando materiales de fijación y sujeción de acuerdo con el diseño del sistema.</a:t>
            </a:r>
          </a:p>
          <a:p>
            <a:r>
              <a:rPr lang="es-ES" sz="3200" dirty="0">
                <a:effectLst/>
              </a:rPr>
              <a:t>A-3: Prepara condiciones necesarias para efectuar el montaje distribuyendo tareas y seleccionando herramientas, materiales y componentes.</a:t>
            </a:r>
          </a:p>
          <a:p>
            <a:r>
              <a:rPr lang="es-ES" sz="3200" dirty="0">
                <a:effectLst/>
              </a:rPr>
              <a:t>A-4: Ensambla los componentes de los sistemas eléctricos y electrónicos de acuerdo con el diseño del sistema. (Sensores PIR)</a:t>
            </a:r>
          </a:p>
          <a:p>
            <a:r>
              <a:rPr lang="es-ES" sz="3200" dirty="0">
                <a:effectLst/>
              </a:rPr>
              <a:t>A-5: Programa, compila y sube códigos utilizando estructuras con </a:t>
            </a:r>
            <a:r>
              <a:rPr lang="es-ES" sz="3200" dirty="0" err="1">
                <a:effectLst/>
              </a:rPr>
              <a:t>for</a:t>
            </a:r>
            <a:r>
              <a:rPr lang="es-ES" sz="3200" dirty="0">
                <a:effectLst/>
              </a:rPr>
              <a:t>, </a:t>
            </a:r>
            <a:r>
              <a:rPr lang="es-ES" sz="3200" dirty="0" err="1">
                <a:effectLst/>
              </a:rPr>
              <a:t>if-else</a:t>
            </a:r>
            <a:r>
              <a:rPr lang="es-ES" sz="3200" dirty="0">
                <a:effectLst/>
              </a:rPr>
              <a:t> y otros en Arduino IDE y/o App Arduino </a:t>
            </a:r>
            <a:r>
              <a:rPr lang="es-ES" sz="3200" dirty="0" err="1">
                <a:effectLst/>
              </a:rPr>
              <a:t>Droid</a:t>
            </a:r>
            <a:r>
              <a:rPr lang="es-ES" sz="3200" dirty="0">
                <a:effectLst/>
              </a:rPr>
              <a:t> y/o </a:t>
            </a:r>
            <a:r>
              <a:rPr lang="es-ES" sz="3200" dirty="0" err="1">
                <a:effectLst/>
              </a:rPr>
              <a:t>Tinkercad</a:t>
            </a:r>
            <a:r>
              <a:rPr lang="es-ES" sz="3200" dirty="0">
                <a:effectLst/>
              </a:rPr>
              <a:t>.   </a:t>
            </a:r>
            <a:endParaRPr lang="es-ES" sz="3200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323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221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 Light</vt:lpstr>
      <vt:lpstr>Times New Roman</vt:lpstr>
      <vt:lpstr>Calibri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soria</dc:creator>
  <cp:lastModifiedBy>julio soria</cp:lastModifiedBy>
  <cp:revision>2</cp:revision>
  <cp:lastPrinted>2024-05-20T03:35:56Z</cp:lastPrinted>
  <dcterms:created xsi:type="dcterms:W3CDTF">2024-05-20T03:32:33Z</dcterms:created>
  <dcterms:modified xsi:type="dcterms:W3CDTF">2024-05-28T03:12:03Z</dcterms:modified>
</cp:coreProperties>
</file>