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15138" cy="9947275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3226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60335" y="1"/>
            <a:ext cx="2953226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2B733-D609-4929-A2A0-504A82F4F9EA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7412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1514" y="4787901"/>
            <a:ext cx="5452110" cy="3916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48801"/>
            <a:ext cx="2953226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60335" y="9448801"/>
            <a:ext cx="2953226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A7EF1-028A-458B-BC10-231F033C894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382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DB598-74AB-3BD5-78FA-0B1C825A3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9BB1D5-D09F-C13A-6CAC-E7F84E373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6ED39-4E2F-AA8B-EFF3-5AB88881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649C0C-1056-20BE-9941-BB6942AC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FA63B5-6DF1-E0F5-60AA-A6058356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631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0F3CC-97D4-407A-FC1A-02821A98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9D46F8-540F-9EE2-AC79-CBA7E04F5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8EF4FA-2F92-262A-A6B5-90C64885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6A9907-8B2F-D37A-3214-8AD61E10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4D468F-FCAF-96C4-BB82-61CAA328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42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9C055-F44C-3BCB-1BA9-7DFE07B7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27CA7F-535A-1DE9-FE58-6C368071E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4B5B0-531D-9601-1B7A-76D0A82B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DAE1F7-9A3D-F4FC-3D89-AD616989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F9A5EC-F364-08C0-E9E3-4BB8A05B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366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57567-6790-9BC6-E451-8CF4FB6F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42BA25-4DAD-7D3E-F8D3-1954ABBBE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16B0D1-9D40-D05F-8445-5661D5FA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C86087-9806-EAEF-3B82-CCFF28E1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7288C4-42D7-6D69-EFB0-C5EE16336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9EE04F-8FC6-B1F9-E4FA-8407ABC2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852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3E09A-228E-E730-2536-D83B7B10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8271D4-A170-02D1-7768-745EF68D9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EB2344-173F-ED1C-CD53-7A74E7083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E5CC06-0380-7625-837F-F5EA80DEF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B71A76-E0A7-1F48-279F-A65937970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8217341-0AAE-086D-BDC9-DD5D65EC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54DC43C-D358-C9DC-DE97-7DCCED753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868E64-3940-00AE-EBF7-1D0964CC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5605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69B53-CA0F-9C2D-7AF6-A7892B69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C81C17-134A-5A38-4203-DFE75E6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9D3D83-8D27-0234-6FB2-1DBA518F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255F9F-41E1-A38E-C69B-B7A3B07B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748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294F585-861C-FBD4-2DDE-9CDC526A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DE5D59-FDA8-DC4C-D126-35329F1A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1559D6-187C-C99D-3967-ECC9B011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803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87E64-C2C1-71C0-8BAF-DAB607CCE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A09267-4BAA-0C44-CB6C-DC37794CC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C40769-5C94-F799-1738-20761467C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A8F7A8-AD21-3721-CF69-71737E87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582927-CE54-BA46-7663-DD58B7B4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05FFB-6C66-1C51-0D70-D7F16882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696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DCB72-8A5F-B308-BC0B-C6A53D93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EB7158F-958D-B81C-A1BD-5E2F95214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283992-2DF5-4DAF-2EC7-DB8C7355B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8BACFC-97D5-E0B4-9F33-F1D1913D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00EC20-3088-4C95-702E-5258DB67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A012BD-94AE-E7DA-8A51-752518D2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6387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9168F-1645-2764-7729-5D2C04E2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157E37-F400-702D-9CC4-692923790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7BC7C8-418E-3DFA-FA23-9864B3B8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A349E1-E9FA-3156-1AAF-7910AE20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A82523-402D-1523-25B2-421D4A70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188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0A49F9-2584-32AC-F888-6A66F1F98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F8E578-C3BF-5B21-0CE3-AB93885E4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7F6209-D7D6-5776-4559-5E9230D6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129045-7B53-2F71-8D5C-7FCBB950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1BB868-D134-A86F-E929-20E8CA61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67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CD00965-6863-0830-788A-A587F783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1CB71-66AB-97DB-91C7-795890015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2EC25D-0CA3-11D0-727D-6BCEE80BD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22345-B68B-4351-882B-692622B07B0D}" type="datetimeFigureOut">
              <a:rPr lang="es-PE" smtClean="0"/>
              <a:t>31/03/2024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A22EA1-0D2B-C914-2B71-8E14C9FCC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E94B2-2BB0-5140-70DD-4246701FD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23F52-14AF-4F5A-8DAF-AF7205BAB8C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470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6828EE9-825F-EDCF-4A56-35743D6CBE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0" t="9238" r="53396" b="48771"/>
          <a:stretch/>
        </p:blipFill>
        <p:spPr>
          <a:xfrm>
            <a:off x="68291" y="1972019"/>
            <a:ext cx="5164722" cy="45686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DBA7A21-C58A-0DA2-C8A3-E4FB8CD54186}"/>
              </a:ext>
            </a:extLst>
          </p:cNvPr>
          <p:cNvSpPr txBox="1"/>
          <p:nvPr/>
        </p:nvSpPr>
        <p:spPr>
          <a:xfrm>
            <a:off x="231352" y="317374"/>
            <a:ext cx="11633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Nombres y Apellidos: _________________________________Grado y Sección: _________</a:t>
            </a:r>
            <a:endParaRPr lang="es-PE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831F5C-4985-36ED-609A-DAF180CD0120}"/>
              </a:ext>
            </a:extLst>
          </p:cNvPr>
          <p:cNvSpPr txBox="1"/>
          <p:nvPr/>
        </p:nvSpPr>
        <p:spPr>
          <a:xfrm>
            <a:off x="231353" y="1016449"/>
            <a:ext cx="7832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/>
              <a:t>Práctica calificada 1- ejer-01</a:t>
            </a:r>
            <a:endParaRPr lang="es-PE" sz="4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CA6128C-621E-AF10-8845-EEDEDC27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1" y="1754237"/>
            <a:ext cx="5706738" cy="510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6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DBA7A21-C58A-0DA2-C8A3-E4FB8CD54186}"/>
              </a:ext>
            </a:extLst>
          </p:cNvPr>
          <p:cNvSpPr txBox="1"/>
          <p:nvPr/>
        </p:nvSpPr>
        <p:spPr>
          <a:xfrm>
            <a:off x="231352" y="317374"/>
            <a:ext cx="11633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Nombres y Apellidos: _________________________________Grado y Sección: _________</a:t>
            </a:r>
            <a:endParaRPr lang="es-PE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831F5C-4985-36ED-609A-DAF180CD0120}"/>
              </a:ext>
            </a:extLst>
          </p:cNvPr>
          <p:cNvSpPr txBox="1"/>
          <p:nvPr/>
        </p:nvSpPr>
        <p:spPr>
          <a:xfrm>
            <a:off x="231353" y="1016449"/>
            <a:ext cx="7832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/>
              <a:t>Práctica calificada 1- ejer-02</a:t>
            </a:r>
            <a:endParaRPr lang="es-PE" sz="4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52CA9E-F4E7-A79E-8E17-4A7A76C7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0" y="1896606"/>
            <a:ext cx="4173637" cy="394494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D8A2EE7-1D29-79D1-A7F2-25A2835F8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897" y="2493708"/>
            <a:ext cx="4321883" cy="355455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538211C-00A1-1461-4F91-22C47ABF982D}"/>
              </a:ext>
            </a:extLst>
          </p:cNvPr>
          <p:cNvSpPr/>
          <p:nvPr/>
        </p:nvSpPr>
        <p:spPr>
          <a:xfrm>
            <a:off x="3605587" y="4752472"/>
            <a:ext cx="782198" cy="129578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341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743852-C223-A0E0-A9E8-4A23C078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1" y="1070301"/>
            <a:ext cx="5971145" cy="578769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DBA7A21-C58A-0DA2-C8A3-E4FB8CD54186}"/>
              </a:ext>
            </a:extLst>
          </p:cNvPr>
          <p:cNvSpPr txBox="1"/>
          <p:nvPr/>
        </p:nvSpPr>
        <p:spPr>
          <a:xfrm>
            <a:off x="231352" y="130085"/>
            <a:ext cx="11633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Nombres y Apellidos: _________________________________Grado y Sección: _________</a:t>
            </a:r>
            <a:endParaRPr lang="es-PE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D831F5C-4985-36ED-609A-DAF180CD0120}"/>
              </a:ext>
            </a:extLst>
          </p:cNvPr>
          <p:cNvSpPr txBox="1"/>
          <p:nvPr/>
        </p:nvSpPr>
        <p:spPr>
          <a:xfrm>
            <a:off x="231353" y="443565"/>
            <a:ext cx="7832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/>
              <a:t>Práctica calificada 1- ejer-03</a:t>
            </a:r>
            <a:endParaRPr lang="es-PE" sz="48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B192DB-F38E-6ADF-2A16-17FE3558674B}"/>
              </a:ext>
            </a:extLst>
          </p:cNvPr>
          <p:cNvSpPr/>
          <p:nvPr/>
        </p:nvSpPr>
        <p:spPr>
          <a:xfrm>
            <a:off x="-1" y="4851624"/>
            <a:ext cx="1288973" cy="20063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723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DBA7A21-C58A-0DA2-C8A3-E4FB8CD54186}"/>
              </a:ext>
            </a:extLst>
          </p:cNvPr>
          <p:cNvSpPr txBox="1"/>
          <p:nvPr/>
        </p:nvSpPr>
        <p:spPr>
          <a:xfrm>
            <a:off x="231352" y="317374"/>
            <a:ext cx="11633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Nombres y Apellidos: _________________________________Grado y Sección: _________</a:t>
            </a:r>
            <a:endParaRPr lang="es-PE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061769-FC3F-20D9-CA46-9C6684A3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83375"/>
            <a:ext cx="6433851" cy="575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4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90EC01-40E8-2AA7-F14A-908B33D4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21" y="0"/>
            <a:ext cx="4064125" cy="26440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F76BB94-7269-18D5-CBE2-DB84DE799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625" y="330312"/>
            <a:ext cx="4454778" cy="580524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54C0186-A0E5-8DA3-37D9-FD4A4E17E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97" y="2587587"/>
            <a:ext cx="7274805" cy="430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46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52</Words>
  <Application>Microsoft Office PowerPoint</Application>
  <PresentationFormat>Panorámica</PresentationFormat>
  <Paragraphs>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cesar soria quispe</dc:creator>
  <cp:lastModifiedBy>julio cesar soria quispe</cp:lastModifiedBy>
  <cp:revision>4</cp:revision>
  <cp:lastPrinted>2024-03-26T12:05:34Z</cp:lastPrinted>
  <dcterms:created xsi:type="dcterms:W3CDTF">2024-03-24T17:39:43Z</dcterms:created>
  <dcterms:modified xsi:type="dcterms:W3CDTF">2024-04-01T03:42:49Z</dcterms:modified>
</cp:coreProperties>
</file>