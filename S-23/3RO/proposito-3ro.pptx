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09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9915C9-73AB-16A9-2837-A4506FC0C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81BF3E-052A-36B3-ECE0-9137E84F43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9C3BF4-E71A-DCF3-6C24-7A1EA0531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DEF294-5901-5344-4A31-324A4F93E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DEADA8-A282-512F-F339-FAA1E2CCF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8163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A18B78-F869-ACD2-0FD8-E7B4FF254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FDEC93-BD44-D389-348E-042EBC99F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22BBF8-E559-3F8D-B5E7-D3996FCD3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C29741-C7B2-39E5-E818-93699C867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9BE0D3-C099-27E8-9C36-0DFA75349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2278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E8B11-BC18-31B3-2BBB-A04B4469A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7B37D0-4F80-173D-C784-E847FFABD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3F3B57-A546-A214-9F4F-F90F996B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364616-718B-258B-F0CA-7B2AC365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C877E0-9F1D-E6B0-C412-267C7AC1E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6835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B3CC4-02B3-DECA-5E15-11EB9E49F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7BCCE2-F711-5635-64D2-0F15AA3947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74B6725-95BA-6C5B-85BE-F1F9CB3B0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F77903-3C9E-41E8-112E-4CBD3D01D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98BE9D-5781-F99C-0C0E-FED8E7115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5A2D80B-E148-68A5-217E-9EF155D84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429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3587B-AAD2-47F1-D1E0-F01BFD7EC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3A8DA1D-D45A-ED24-EFDF-BB9829C5E5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AB4EC8-21D4-6CFF-9ECB-E0C5A3FA8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7EA262F-DE39-48DA-A734-44A4503CB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005D4D8-CBF1-872D-9E65-1E661F598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5A8C024-3019-92B5-CAB8-67E838DDF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CB1E2B1-9C18-7A7C-B7E9-51D813C55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38399FE-6D13-5975-8075-BD57FF46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1613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91F5E8-E63E-2284-3EF5-9945A9AF7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BEF4F3C-0ACB-F65A-3C0F-EFFC2C980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FBFD29-0025-45E6-327D-91195A7B0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B81B78-AEC5-CBDD-BEA5-844BE4BED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90970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656E96C-0037-08CE-5E1A-1A0ACEAE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D583C53-CB6E-B8BF-81B7-E76103922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16D136-326D-3CF9-A179-F8C0F4DA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0899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272842-B473-AD46-8AF6-BE649DF1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BA04DF-44AB-0AD2-6896-1777612E0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CC8BD1-43F3-58B7-CD94-CBE7DEC4B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75B78A-94DF-5CCC-31F6-4ABFE9E68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191285-250A-A51B-05AB-3995D96A1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AD08DF-EB72-63DB-D6B1-21AC40CC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0019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5237F-D6E3-6719-BA76-62DC09F55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B27B781-3BF6-6840-3607-FA220A25B7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A8B92BB-72D6-8643-0746-9681932A2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FBC307C-8039-F0D2-2527-ACB88E402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FF609D-3DE5-8314-6211-76EC33225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8BAF35-F510-A411-4C38-ABA6DC14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0141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738CB-F00F-351B-87A9-21AD558F3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3C6B6D0-478F-96C9-0141-27629B732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B17575-BE1D-5F8A-23C5-32FD3A3C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DF7115-C903-7A1F-22C7-F0E98406E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9D0BA0-BF43-E807-94F4-4C1909C7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9267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B269F9-744E-0312-63F4-11AAF55603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8926530-AA6D-B225-6300-98309C4F6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7EC2E0-078F-2458-BC0C-2AA16092F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28E1C-5AE4-D13C-0281-54638C41A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A3C5AE-D48B-47C0-77D0-AF4587F1E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865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A8C2B8-0313-45B4-D4BB-DED21DEBB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2C8DCF-88E8-C625-9825-FF3D2C0E8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2DFA83-CC32-0CF7-E042-F741A3AD4D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1236DC-AF77-4F77-8A44-8E4083DCD417}" type="datetimeFigureOut">
              <a:rPr lang="es-ES" smtClean="0"/>
              <a:t>15/08/2024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DD861A-8B22-D471-5CE3-A8D2DF0258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280789-675D-43E0-E5AF-D1D4E4C09A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BF7EF-7AC3-42EC-91C8-8D2F30F9B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711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CB0F10F4-EC5F-30A0-BE6D-EBF8536775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8024868"/>
              </p:ext>
            </p:extLst>
          </p:nvPr>
        </p:nvGraphicFramePr>
        <p:xfrm>
          <a:off x="0" y="5375"/>
          <a:ext cx="12192000" cy="3596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578367293"/>
                    </a:ext>
                  </a:extLst>
                </a:gridCol>
              </a:tblGrid>
              <a:tr h="3119565">
                <a:tc>
                  <a:txBody>
                    <a:bodyPr/>
                    <a:lstStyle/>
                    <a:p>
                      <a:r>
                        <a:rPr lang="es-ES" sz="2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PROPÓSITO DE APRENDIZAJE:</a:t>
                      </a:r>
                    </a:p>
                    <a:p>
                      <a:r>
                        <a:rPr lang="es-ES" sz="2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Arma, ensambla y configura el funcionamiento de circuitos electrónicos básicos y repararlos cuando corresponda utilizando las herramientas e instrumentos adecuados.</a:t>
                      </a:r>
                    </a:p>
                    <a:p>
                      <a:r>
                        <a:rPr lang="es-ES" sz="2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CRITERIO DE EVALUACIÓN</a:t>
                      </a:r>
                    </a:p>
                    <a:p>
                      <a:r>
                        <a:rPr lang="es-ES" sz="2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Comprueba el funcionamiento del seguidor de línea básico.</a:t>
                      </a:r>
                    </a:p>
                    <a:p>
                      <a:r>
                        <a:rPr lang="es-ES" sz="2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Implementa el prototipo físico del circuito electrónico de acuerdo con el diseño elaborado utilizando las herramientas e instrumentos adecuados. (Circuito serie y Juguete seguidor de línea)</a:t>
                      </a:r>
                    </a:p>
                    <a:p>
                      <a:r>
                        <a:rPr lang="es-ES" sz="2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Realiza tareas de mantenimiento considerando materiales y herramientas.</a:t>
                      </a:r>
                    </a:p>
                    <a:p>
                      <a:r>
                        <a:rPr lang="es-ES" sz="2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Chequea operaciones de mantenimiento en seguidores de línea de acuerdo con los componentes utilizados.</a:t>
                      </a:r>
                      <a:endParaRPr lang="es-ES" sz="23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8569169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3032E56-0084-C178-A539-C6D4EAA77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635420"/>
              </p:ext>
            </p:extLst>
          </p:nvPr>
        </p:nvGraphicFramePr>
        <p:xfrm>
          <a:off x="0" y="3602016"/>
          <a:ext cx="12192000" cy="3255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:a16="http://schemas.microsoft.com/office/drawing/2014/main" val="3236929381"/>
                    </a:ext>
                  </a:extLst>
                </a:gridCol>
              </a:tblGrid>
              <a:tr h="3255984">
                <a:tc>
                  <a:txBody>
                    <a:bodyPr/>
                    <a:lstStyle/>
                    <a:p>
                      <a:r>
                        <a:rPr lang="es-ES" sz="1800" b="1" dirty="0">
                          <a:effectLst/>
                        </a:rPr>
                        <a:t>ACTIVIDADES: </a:t>
                      </a:r>
                    </a:p>
                    <a:p>
                      <a:r>
                        <a:rPr lang="es-ES" sz="1800" b="1" dirty="0">
                          <a:effectLst/>
                        </a:rPr>
                        <a:t>A-1: Simula en PCB WIZARD o </a:t>
                      </a:r>
                      <a:r>
                        <a:rPr lang="es-ES" sz="1800" b="1" dirty="0" err="1">
                          <a:effectLst/>
                        </a:rPr>
                        <a:t>Circuit</a:t>
                      </a:r>
                      <a:r>
                        <a:rPr lang="es-ES" sz="1800" b="1" dirty="0">
                          <a:effectLst/>
                        </a:rPr>
                        <a:t> </a:t>
                      </a:r>
                      <a:r>
                        <a:rPr lang="es-ES" sz="1800" b="1" dirty="0" err="1">
                          <a:effectLst/>
                        </a:rPr>
                        <a:t>Simulatos</a:t>
                      </a:r>
                      <a:r>
                        <a:rPr lang="es-ES" sz="1800" b="1" dirty="0">
                          <a:effectLst/>
                        </a:rPr>
                        <a:t> Online o Apps circuitos serie y paralelo; y que permita identificar sus Leyes y características </a:t>
                      </a:r>
                    </a:p>
                    <a:p>
                      <a:r>
                        <a:rPr lang="es-ES" sz="1800" b="1" dirty="0">
                          <a:effectLst/>
                        </a:rPr>
                        <a:t>A-2: Interpreta la ficha técnica y diagramas para ensamblar un robot seguidor de línea básico (dispositivos electrónicos diodos y transistores) .</a:t>
                      </a:r>
                    </a:p>
                    <a:p>
                      <a:r>
                        <a:rPr lang="es-ES" sz="1800" b="1" dirty="0">
                          <a:effectLst/>
                        </a:rPr>
                        <a:t>A-3: </a:t>
                      </a:r>
                      <a:r>
                        <a:rPr lang="es-ES" sz="2000" b="1" dirty="0">
                          <a:effectLst/>
                        </a:rPr>
                        <a:t>Implementa</a:t>
                      </a:r>
                      <a:r>
                        <a:rPr lang="es-ES" sz="1800" b="1" dirty="0">
                          <a:effectLst/>
                        </a:rPr>
                        <a:t> el circuito electrónico para un seguidor de línea básico utilizando materiales y herramientas.</a:t>
                      </a:r>
                    </a:p>
                    <a:p>
                      <a:r>
                        <a:rPr lang="es-E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A-4: Verifica el circuito diseñado con los componentes necesarios tales como: motores, sensores infrarrojos, transistores, leds, circuitos integrados, resistencias, condensadores, etc.)</a:t>
                      </a:r>
                    </a:p>
                    <a:p>
                      <a:r>
                        <a:rPr lang="es-E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A-5: Aplica serigrafias u otro método de elaboración de </a:t>
                      </a:r>
                      <a:r>
                        <a:rPr lang="es-ES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PCBs</a:t>
                      </a:r>
                      <a:r>
                        <a:rPr lang="es-E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y verificación de placas utilizando herramientas e instrumentos adecuadas y haciendo uso de marcadores (Opcional Placa Universal)</a:t>
                      </a:r>
                    </a:p>
                    <a:p>
                      <a:r>
                        <a:rPr lang="es-E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A-6: Implementa un circuito electrónico con resistores utilizando equipos y aditivos de soldadura con estaño.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93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5022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237</Words>
  <Application>Microsoft Office PowerPoint</Application>
  <PresentationFormat>Panorámica</PresentationFormat>
  <Paragraphs>14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julio soria</dc:creator>
  <cp:lastModifiedBy>julio soria</cp:lastModifiedBy>
  <cp:revision>4</cp:revision>
  <dcterms:created xsi:type="dcterms:W3CDTF">2024-08-15T01:39:59Z</dcterms:created>
  <dcterms:modified xsi:type="dcterms:W3CDTF">2024-08-16T04:49:12Z</dcterms:modified>
</cp:coreProperties>
</file>