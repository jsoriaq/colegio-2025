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87" d="100"/>
          <a:sy n="87" d="100"/>
        </p:scale>
        <p:origin x="6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6BC0-E4A3-4341-9C3D-E2A49F04C71E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ECF49-D2C1-430E-A284-DE1513B34188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6BC0-E4A3-4341-9C3D-E2A49F04C71E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ECF49-D2C1-430E-A284-DE1513B34188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6BC0-E4A3-4341-9C3D-E2A49F04C71E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ECF49-D2C1-430E-A284-DE1513B34188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6BC0-E4A3-4341-9C3D-E2A49F04C71E}" type="datetimeFigureOut">
              <a:rPr lang="es-PE" smtClean="0"/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ECF49-D2C1-430E-A284-DE1513B34188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6BC0-E4A3-4341-9C3D-E2A49F04C71E}" type="datetimeFigureOut">
              <a:rPr lang="es-PE" smtClean="0"/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ECF49-D2C1-430E-A284-DE1513B34188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6BC0-E4A3-4341-9C3D-E2A49F04C71E}" type="datetimeFigureOut">
              <a:rPr lang="es-PE" smtClean="0"/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ECF49-D2C1-430E-A284-DE1513B34188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6BC0-E4A3-4341-9C3D-E2A49F04C71E}" type="datetimeFigureOut">
              <a:rPr lang="es-PE" smtClean="0"/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ECF49-D2C1-430E-A284-DE1513B34188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6BC0-E4A3-4341-9C3D-E2A49F04C71E}" type="datetimeFigureOut">
              <a:rPr lang="es-PE" smtClean="0"/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ECF49-D2C1-430E-A284-DE1513B34188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6BC0-E4A3-4341-9C3D-E2A49F04C71E}" type="datetimeFigureOut">
              <a:rPr lang="es-PE" smtClean="0"/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ECF49-D2C1-430E-A284-DE1513B34188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6BC0-E4A3-4341-9C3D-E2A49F04C71E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ECF49-D2C1-430E-A284-DE1513B34188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6BC0-E4A3-4341-9C3D-E2A49F04C71E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ECF49-D2C1-430E-A284-DE1513B34188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B6BC0-E4A3-4341-9C3D-E2A49F04C71E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ECF49-D2C1-430E-A284-DE1513B34188}" type="slidenum">
              <a:rPr lang="es-PE" smtClean="0"/>
            </a:fld>
            <a:endParaRPr lang="es-P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0424" y="5045726"/>
            <a:ext cx="4040347" cy="1505948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583" y="5105604"/>
            <a:ext cx="1418398" cy="1641516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958" y="5102765"/>
            <a:ext cx="2486001" cy="1677406"/>
          </a:xfrm>
          <a:prstGeom prst="rect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264405" y="2664693"/>
            <a:ext cx="4430743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/>
              <a:t>Práctica califica 01 Sensor </a:t>
            </a:r>
            <a:r>
              <a:rPr lang="es-ES" sz="4400" dirty="0" err="1"/>
              <a:t>LDR</a:t>
            </a:r>
            <a:endParaRPr lang="es-PE" sz="4400" dirty="0"/>
          </a:p>
        </p:txBody>
      </p:sp>
      <p:sp>
        <p:nvSpPr>
          <p:cNvPr id="23" name="Rectángulo 22"/>
          <p:cNvSpPr/>
          <p:nvPr/>
        </p:nvSpPr>
        <p:spPr>
          <a:xfrm>
            <a:off x="264405" y="4236161"/>
            <a:ext cx="2777589" cy="2544009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Rectángulo 23"/>
          <p:cNvSpPr/>
          <p:nvPr/>
        </p:nvSpPr>
        <p:spPr>
          <a:xfrm>
            <a:off x="3262334" y="5047680"/>
            <a:ext cx="3999791" cy="171749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Rectángulo 24"/>
          <p:cNvSpPr/>
          <p:nvPr/>
        </p:nvSpPr>
        <p:spPr>
          <a:xfrm>
            <a:off x="7757229" y="5018864"/>
            <a:ext cx="4246396" cy="171749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CuadroTexto 27"/>
          <p:cNvSpPr txBox="1"/>
          <p:nvPr/>
        </p:nvSpPr>
        <p:spPr>
          <a:xfrm>
            <a:off x="264405" y="467326"/>
            <a:ext cx="44307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Nombres y Apellidos: </a:t>
            </a:r>
            <a:endParaRPr lang="es-ES" dirty="0"/>
          </a:p>
          <a:p>
            <a:endParaRPr lang="es-ES" dirty="0"/>
          </a:p>
          <a:p>
            <a:r>
              <a:rPr lang="es-ES" dirty="0"/>
              <a:t>------------------------------------------------------------</a:t>
            </a:r>
            <a:endParaRPr lang="es-ES" dirty="0"/>
          </a:p>
          <a:p>
            <a:endParaRPr lang="es-ES" dirty="0"/>
          </a:p>
          <a:p>
            <a:r>
              <a:rPr lang="es-ES" dirty="0"/>
              <a:t>Grado y Sección: </a:t>
            </a:r>
            <a:endParaRPr lang="es-ES" dirty="0"/>
          </a:p>
          <a:p>
            <a:endParaRPr lang="es-PE" dirty="0"/>
          </a:p>
          <a:p>
            <a:r>
              <a:rPr lang="es-PE" dirty="0"/>
              <a:t>------------------------------------</a:t>
            </a:r>
            <a:endParaRPr lang="es-PE" dirty="0"/>
          </a:p>
        </p:txBody>
      </p:sp>
      <p:pic>
        <p:nvPicPr>
          <p:cNvPr id="30" name="Imagen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0666" y="-166960"/>
            <a:ext cx="7611334" cy="5028006"/>
          </a:xfrm>
          <a:prstGeom prst="rect">
            <a:avLst/>
          </a:prstGeom>
        </p:spPr>
      </p:pic>
      <p:pic>
        <p:nvPicPr>
          <p:cNvPr id="32" name="Imagen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658" y="4877908"/>
            <a:ext cx="1321507" cy="1260514"/>
          </a:xfrm>
          <a:prstGeom prst="rect">
            <a:avLst/>
          </a:prstGeom>
        </p:spPr>
      </p:pic>
      <p:pic>
        <p:nvPicPr>
          <p:cNvPr id="34" name="Imagen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0149" y="4391894"/>
            <a:ext cx="1427953" cy="21597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</Words>
  <Application>WPS Presentation</Application>
  <PresentationFormat>Panorámica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Tema de Office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julio cesar soria quispe</dc:creator>
  <cp:lastModifiedBy>julio soria</cp:lastModifiedBy>
  <cp:revision>5</cp:revision>
  <dcterms:created xsi:type="dcterms:W3CDTF">2023-06-15T03:19:00Z</dcterms:created>
  <dcterms:modified xsi:type="dcterms:W3CDTF">2025-06-04T04:43:06Z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DC44B7A16E144FDFA8C8E46C84357024_12</vt:lpwstr>
  </property>
  <property fmtid="{D5CDD505-2E9C-101B-9397-08002B2CF9AE}" pid="3" name="KSOProductBuildVer">
    <vt:lpwstr>3082-12.2.0.21179</vt:lpwstr>
  </property>
</Properties>
</file>