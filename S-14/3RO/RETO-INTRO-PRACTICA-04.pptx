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947275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3" autoAdjust="0"/>
    <p:restoredTop sz="94660"/>
  </p:normalViewPr>
  <p:slideViewPr>
    <p:cSldViewPr snapToGrid="0">
      <p:cViewPr varScale="1">
        <p:scale>
          <a:sx n="87" d="100"/>
          <a:sy n="87" d="100"/>
        </p:scale>
        <p:origin x="61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E8D8A-988C-46A6-A5B0-6FA473F2F4FA}" type="datetimeFigureOut">
              <a:rPr lang="es-PE" smtClean="0"/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4A100-CB02-4C2D-A06C-97D01140E960}" type="slidenum">
              <a:rPr lang="es-PE" smtClean="0"/>
            </a:fld>
            <a:endParaRPr lang="es-P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  <a:endParaRPr lang="es-ES"/>
          </a:p>
          <a:p>
            <a:pPr lvl="1"/>
            <a:r>
              <a:rPr lang="es-ES"/>
              <a:t>Segundo nivel</a:t>
            </a:r>
            <a:endParaRPr lang="es-ES"/>
          </a:p>
          <a:p>
            <a:pPr lvl="2"/>
            <a:r>
              <a:rPr lang="es-ES"/>
              <a:t>Tercer nivel</a:t>
            </a:r>
            <a:endParaRPr lang="es-ES"/>
          </a:p>
          <a:p>
            <a:pPr lvl="3"/>
            <a:r>
              <a:rPr lang="es-ES"/>
              <a:t>Cuarto nivel</a:t>
            </a:r>
            <a:endParaRPr lang="es-ES"/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E8D8A-988C-46A6-A5B0-6FA473F2F4FA}" type="datetimeFigureOut">
              <a:rPr lang="es-PE" smtClean="0"/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4A100-CB02-4C2D-A06C-97D01140E960}" type="slidenum">
              <a:rPr lang="es-PE" smtClean="0"/>
            </a:fld>
            <a:endParaRPr lang="es-P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E8D8A-988C-46A6-A5B0-6FA473F2F4FA}" type="datetimeFigureOut">
              <a:rPr lang="es-PE" smtClean="0"/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4A100-CB02-4C2D-A06C-97D01140E960}" type="slidenum">
              <a:rPr lang="es-PE" smtClean="0"/>
            </a:fld>
            <a:endParaRPr lang="es-P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  <a:endParaRPr lang="es-ES"/>
          </a:p>
          <a:p>
            <a:pPr lvl="1"/>
            <a:r>
              <a:rPr lang="es-ES"/>
              <a:t>Segundo nivel</a:t>
            </a:r>
            <a:endParaRPr lang="es-ES"/>
          </a:p>
          <a:p>
            <a:pPr lvl="2"/>
            <a:r>
              <a:rPr lang="es-ES"/>
              <a:t>Tercer nivel</a:t>
            </a:r>
            <a:endParaRPr lang="es-ES"/>
          </a:p>
          <a:p>
            <a:pPr lvl="3"/>
            <a:r>
              <a:rPr lang="es-ES"/>
              <a:t>Cuarto nivel</a:t>
            </a:r>
            <a:endParaRPr lang="es-ES"/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  <a:endParaRPr lang="es-ES"/>
          </a:p>
          <a:p>
            <a:pPr lvl="1"/>
            <a:r>
              <a:rPr lang="es-ES"/>
              <a:t>Segundo nivel</a:t>
            </a:r>
            <a:endParaRPr lang="es-ES"/>
          </a:p>
          <a:p>
            <a:pPr lvl="2"/>
            <a:r>
              <a:rPr lang="es-ES"/>
              <a:t>Tercer nivel</a:t>
            </a:r>
            <a:endParaRPr lang="es-ES"/>
          </a:p>
          <a:p>
            <a:pPr lvl="3"/>
            <a:r>
              <a:rPr lang="es-ES"/>
              <a:t>Cuarto nivel</a:t>
            </a:r>
            <a:endParaRPr lang="es-ES"/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E8D8A-988C-46A6-A5B0-6FA473F2F4FA}" type="datetimeFigureOut">
              <a:rPr lang="es-PE" smtClean="0"/>
            </a:fld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4A100-CB02-4C2D-A06C-97D01140E960}" type="slidenum">
              <a:rPr lang="es-PE" smtClean="0"/>
            </a:fld>
            <a:endParaRPr lang="es-P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  <a:endParaRPr lang="es-E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  <a:endParaRPr lang="es-ES"/>
          </a:p>
          <a:p>
            <a:pPr lvl="1"/>
            <a:r>
              <a:rPr lang="es-ES"/>
              <a:t>Segundo nivel</a:t>
            </a:r>
            <a:endParaRPr lang="es-ES"/>
          </a:p>
          <a:p>
            <a:pPr lvl="2"/>
            <a:r>
              <a:rPr lang="es-ES"/>
              <a:t>Tercer nivel</a:t>
            </a:r>
            <a:endParaRPr lang="es-ES"/>
          </a:p>
          <a:p>
            <a:pPr lvl="3"/>
            <a:r>
              <a:rPr lang="es-ES"/>
              <a:t>Cuarto nivel</a:t>
            </a:r>
            <a:endParaRPr lang="es-ES"/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  <a:endParaRPr lang="es-ES"/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  <a:endParaRPr lang="es-ES"/>
          </a:p>
          <a:p>
            <a:pPr lvl="1"/>
            <a:r>
              <a:rPr lang="es-ES"/>
              <a:t>Segundo nivel</a:t>
            </a:r>
            <a:endParaRPr lang="es-ES"/>
          </a:p>
          <a:p>
            <a:pPr lvl="2"/>
            <a:r>
              <a:rPr lang="es-ES"/>
              <a:t>Tercer nivel</a:t>
            </a:r>
            <a:endParaRPr lang="es-ES"/>
          </a:p>
          <a:p>
            <a:pPr lvl="3"/>
            <a:r>
              <a:rPr lang="es-ES"/>
              <a:t>Cuarto nivel</a:t>
            </a:r>
            <a:endParaRPr lang="es-ES"/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E8D8A-988C-46A6-A5B0-6FA473F2F4FA}" type="datetimeFigureOut">
              <a:rPr lang="es-PE" smtClean="0"/>
            </a:fld>
            <a:endParaRPr lang="es-PE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4A100-CB02-4C2D-A06C-97D01140E960}" type="slidenum">
              <a:rPr lang="es-PE" smtClean="0"/>
            </a:fld>
            <a:endParaRPr lang="es-P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E8D8A-988C-46A6-A5B0-6FA473F2F4FA}" type="datetimeFigureOut">
              <a:rPr lang="es-PE" smtClean="0"/>
            </a:fld>
            <a:endParaRPr lang="es-PE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4A100-CB02-4C2D-A06C-97D01140E960}" type="slidenum">
              <a:rPr lang="es-PE" smtClean="0"/>
            </a:fld>
            <a:endParaRPr lang="es-P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E8D8A-988C-46A6-A5B0-6FA473F2F4FA}" type="datetimeFigureOut">
              <a:rPr lang="es-PE" smtClean="0"/>
            </a:fld>
            <a:endParaRPr lang="es-PE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4A100-CB02-4C2D-A06C-97D01140E960}" type="slidenum">
              <a:rPr lang="es-PE" smtClean="0"/>
            </a:fld>
            <a:endParaRPr lang="es-P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  <a:endParaRPr lang="es-ES"/>
          </a:p>
          <a:p>
            <a:pPr lvl="1"/>
            <a:r>
              <a:rPr lang="es-ES"/>
              <a:t>Segundo nivel</a:t>
            </a:r>
            <a:endParaRPr lang="es-ES"/>
          </a:p>
          <a:p>
            <a:pPr lvl="2"/>
            <a:r>
              <a:rPr lang="es-ES"/>
              <a:t>Tercer nivel</a:t>
            </a:r>
            <a:endParaRPr lang="es-ES"/>
          </a:p>
          <a:p>
            <a:pPr lvl="3"/>
            <a:r>
              <a:rPr lang="es-ES"/>
              <a:t>Cuarto nivel</a:t>
            </a:r>
            <a:endParaRPr lang="es-ES"/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  <a:endParaRPr lang="es-E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E8D8A-988C-46A6-A5B0-6FA473F2F4FA}" type="datetimeFigureOut">
              <a:rPr lang="es-PE" smtClean="0"/>
            </a:fld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4A100-CB02-4C2D-A06C-97D01140E960}" type="slidenum">
              <a:rPr lang="es-PE" smtClean="0"/>
            </a:fld>
            <a:endParaRPr lang="es-P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  <a:endParaRPr lang="es-E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E8D8A-988C-46A6-A5B0-6FA473F2F4FA}" type="datetimeFigureOut">
              <a:rPr lang="es-PE" smtClean="0"/>
            </a:fld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4A100-CB02-4C2D-A06C-97D01140E960}" type="slidenum">
              <a:rPr lang="es-PE" smtClean="0"/>
            </a:fld>
            <a:endParaRPr lang="es-P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  <a:endParaRPr lang="es-ES"/>
          </a:p>
          <a:p>
            <a:pPr lvl="1"/>
            <a:r>
              <a:rPr lang="es-ES"/>
              <a:t>Segundo nivel</a:t>
            </a:r>
            <a:endParaRPr lang="es-ES"/>
          </a:p>
          <a:p>
            <a:pPr lvl="2"/>
            <a:r>
              <a:rPr lang="es-ES"/>
              <a:t>Tercer nivel</a:t>
            </a:r>
            <a:endParaRPr lang="es-ES"/>
          </a:p>
          <a:p>
            <a:pPr lvl="3"/>
            <a:r>
              <a:rPr lang="es-ES"/>
              <a:t>Cuarto nivel</a:t>
            </a:r>
            <a:endParaRPr lang="es-ES"/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E8D8A-988C-46A6-A5B0-6FA473F2F4FA}" type="datetimeFigureOut">
              <a:rPr lang="es-PE" smtClean="0"/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4A100-CB02-4C2D-A06C-97D01140E960}" type="slidenum">
              <a:rPr lang="es-PE" smtClean="0"/>
            </a:fld>
            <a:endParaRPr lang="es-P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  <a:endParaRPr lang="es-ES"/>
          </a:p>
          <a:p>
            <a:pPr lvl="1"/>
            <a:r>
              <a:rPr lang="es-ES"/>
              <a:t>Segundo nivel</a:t>
            </a:r>
            <a:endParaRPr lang="es-ES"/>
          </a:p>
          <a:p>
            <a:pPr lvl="2"/>
            <a:r>
              <a:rPr lang="es-ES"/>
              <a:t>Tercer nivel</a:t>
            </a:r>
            <a:endParaRPr lang="es-ES"/>
          </a:p>
          <a:p>
            <a:pPr lvl="3"/>
            <a:r>
              <a:rPr lang="es-ES"/>
              <a:t>Cuarto nivel</a:t>
            </a:r>
            <a:endParaRPr lang="es-ES"/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E8D8A-988C-46A6-A5B0-6FA473F2F4FA}" type="datetimeFigureOut">
              <a:rPr lang="es-PE" smtClean="0"/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4A100-CB02-4C2D-A06C-97D01140E960}" type="slidenum">
              <a:rPr lang="es-PE" smtClean="0"/>
            </a:fld>
            <a:endParaRPr lang="es-P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  <a:endParaRPr lang="es-ES"/>
          </a:p>
          <a:p>
            <a:pPr lvl="1"/>
            <a:r>
              <a:rPr lang="es-ES"/>
              <a:t>Segundo nivel</a:t>
            </a:r>
            <a:endParaRPr lang="es-ES"/>
          </a:p>
          <a:p>
            <a:pPr lvl="2"/>
            <a:r>
              <a:rPr lang="es-ES"/>
              <a:t>Tercer nivel</a:t>
            </a:r>
            <a:endParaRPr lang="es-ES"/>
          </a:p>
          <a:p>
            <a:pPr lvl="3"/>
            <a:r>
              <a:rPr lang="es-ES"/>
              <a:t>Cuarto nivel</a:t>
            </a:r>
            <a:endParaRPr lang="es-ES"/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7E8D8A-988C-46A6-A5B0-6FA473F2F4FA}" type="datetimeFigureOut">
              <a:rPr lang="es-PE" smtClean="0"/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14A100-CB02-4C2D-A06C-97D01140E960}" type="slidenum">
              <a:rPr lang="es-PE" smtClean="0"/>
            </a:fld>
            <a:endParaRPr lang="es-P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96770" y="1510665"/>
            <a:ext cx="10095230" cy="5264785"/>
          </a:xfrm>
          <a:prstGeom prst="rect">
            <a:avLst/>
          </a:prstGeom>
        </p:spPr>
      </p:pic>
      <p:sp>
        <p:nvSpPr>
          <p:cNvPr id="6" name="CuadroTexto 5"/>
          <p:cNvSpPr txBox="1"/>
          <p:nvPr/>
        </p:nvSpPr>
        <p:spPr>
          <a:xfrm>
            <a:off x="294640" y="1016635"/>
            <a:ext cx="4563745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5400" dirty="0"/>
              <a:t>Práctica calificada -RETO 3.1</a:t>
            </a:r>
            <a:endParaRPr lang="es-PE" sz="5400" dirty="0"/>
          </a:p>
        </p:txBody>
      </p:sp>
      <p:sp>
        <p:nvSpPr>
          <p:cNvPr id="7" name="CuadroTexto 6"/>
          <p:cNvSpPr txBox="1"/>
          <p:nvPr/>
        </p:nvSpPr>
        <p:spPr>
          <a:xfrm>
            <a:off x="294578" y="185452"/>
            <a:ext cx="102016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/>
              <a:t>Nombres y apellidos: ___________________________________</a:t>
            </a:r>
            <a:endParaRPr lang="es-ES" sz="2400" dirty="0"/>
          </a:p>
          <a:p>
            <a:r>
              <a:rPr lang="es-ES" sz="2400" dirty="0"/>
              <a:t>Grado y Sección: _____________</a:t>
            </a:r>
            <a:endParaRPr lang="es-PE" sz="2400" dirty="0"/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75" y="4808855"/>
            <a:ext cx="2556510" cy="1565910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8760" y="294005"/>
            <a:ext cx="2752725" cy="266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115</Words>
  <Application>WPS Presentation</Application>
  <PresentationFormat>Panorámica</PresentationFormat>
  <Paragraphs>5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SimSun</vt:lpstr>
      <vt:lpstr>Wingdings</vt:lpstr>
      <vt:lpstr>Calibri</vt:lpstr>
      <vt:lpstr>Microsoft YaHei</vt:lpstr>
      <vt:lpstr>Arial Unicode MS</vt:lpstr>
      <vt:lpstr>Calibri Light</vt:lpstr>
      <vt:lpstr>Tema de Office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julio cesar soria quispe</dc:creator>
  <cp:lastModifiedBy>julio soria</cp:lastModifiedBy>
  <cp:revision>2</cp:revision>
  <cp:lastPrinted>2023-06-12T03:33:00Z</cp:lastPrinted>
  <dcterms:created xsi:type="dcterms:W3CDTF">2023-06-12T03:30:00Z</dcterms:created>
  <dcterms:modified xsi:type="dcterms:W3CDTF">2025-06-10T05:40:25Z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6482547DF7F64847A9A9F72159D83288_12</vt:lpwstr>
  </property>
  <property fmtid="{D5CDD505-2E9C-101B-9397-08002B2CF9AE}" pid="3" name="KSOProductBuildVer">
    <vt:lpwstr>3082-12.2.0.21179</vt:lpwstr>
  </property>
</Properties>
</file>