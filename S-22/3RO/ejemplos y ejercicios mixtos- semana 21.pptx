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Calibri Light" panose="020F0302020204030204" charset="0"/>
      <p:regular r:id="rId13"/>
      <p:italic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6D677-1BD8-423E-ABEB-431CDED220A2}" type="datetimeFigureOut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C1151-8A04-455D-83D8-D71261DFE4AC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05143" cy="4074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80" y="0"/>
            <a:ext cx="11765018" cy="4186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1"/>
          <a:srcRect b="48464"/>
          <a:stretch>
            <a:fillRect/>
          </a:stretch>
        </p:blipFill>
        <p:spPr>
          <a:xfrm>
            <a:off x="-1" y="-8879"/>
            <a:ext cx="8725628" cy="407902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1"/>
          <a:srcRect t="51536" r="33280"/>
          <a:stretch>
            <a:fillRect/>
          </a:stretch>
        </p:blipFill>
        <p:spPr>
          <a:xfrm>
            <a:off x="6001305" y="-1"/>
            <a:ext cx="6190695" cy="407902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86431" y="4412202"/>
            <a:ext cx="11833934" cy="2201662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/>
          <p:cNvSpPr txBox="1"/>
          <p:nvPr/>
        </p:nvSpPr>
        <p:spPr>
          <a:xfrm>
            <a:off x="171635" y="4085493"/>
            <a:ext cx="111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Resumen: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24" y="755332"/>
            <a:ext cx="4640551" cy="4850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5005"/>
            <a:ext cx="5278984" cy="2610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07" y="372535"/>
            <a:ext cx="4107152" cy="466998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4" y="5128953"/>
            <a:ext cx="4022865" cy="10765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895350"/>
            <a:ext cx="5145405" cy="358521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14300"/>
            <a:ext cx="5133975" cy="781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Presentation</Application>
  <PresentationFormat>Panorámica</PresentationFormat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soria</dc:creator>
  <cp:lastModifiedBy>julio soria</cp:lastModifiedBy>
  <cp:revision>2</cp:revision>
  <dcterms:created xsi:type="dcterms:W3CDTF">2024-08-07T23:02:00Z</dcterms:created>
  <dcterms:modified xsi:type="dcterms:W3CDTF">2024-08-08T04:41:28Z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7E2B84715C6E42C5B6E9FF6B8AD3BF27_12</vt:lpwstr>
  </property>
  <property fmtid="{D5CDD505-2E9C-101B-9397-08002B2CF9AE}" pid="3" name="KSOProductBuildVer">
    <vt:lpwstr>3082-12.2.0.17545</vt:lpwstr>
  </property>
</Properties>
</file>